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00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84977" autoAdjust="0"/>
  </p:normalViewPr>
  <p:slideViewPr>
    <p:cSldViewPr snapToGrid="0">
      <p:cViewPr>
        <p:scale>
          <a:sx n="50" d="100"/>
          <a:sy n="50" d="100"/>
        </p:scale>
        <p:origin x="1263" y="3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90799-060C-4CB6-B28D-82B5D70E11B0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00E487-34E8-4F1F-9706-5DB7295481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552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00E487-34E8-4F1F-9706-5DB729548140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71381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4C821D-AC1E-3D73-116F-076865871C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C384380-0A56-92E6-050C-6B0EA6A6FA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472033F-46EA-8CA2-7CC3-0D125C86F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46735-D1EF-41FC-8509-6DA071685743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759FDAA-7879-6964-D573-61AA251CF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29B75F0-D427-E775-113F-F3549C0F4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CB9DD-ADD4-4AB8-B1F7-351913F9A2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0650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EE9881-134D-4F9B-3897-0049DF57E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E1F465-B8EB-4DDD-34D2-5F6EA0A03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5AFE77-5131-0887-7F6E-DC1ACC070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46735-D1EF-41FC-8509-6DA071685743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D4563A-7CEA-88C7-A4D5-C45BED366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E5472C1-9296-9585-72A8-2A7F2B13D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CB9DD-ADD4-4AB8-B1F7-351913F9A2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9814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E9BDB9-043B-6604-06B1-B7E6D6920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7B4C84D-8283-2305-9DFA-BD774C3944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304F184-DDB8-4059-9333-EAE7E9968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46735-D1EF-41FC-8509-6DA071685743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3C16741-254F-98B7-A569-760B612DA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F84376E-3EBF-8C61-A8F8-9D31E6A5F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CB9DD-ADD4-4AB8-B1F7-351913F9A2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5358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5FC5D7-193E-0A7D-2D06-C3FC1B4E7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73503D-B8AB-36A0-94E3-8254A24270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E3D53EC-14A2-A3FC-32C1-CA6024C69A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8DF8825-BB97-6546-4BB7-FF1614729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46735-D1EF-41FC-8509-6DA071685743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DFCD4F0-1ACF-168B-70D1-1C3696267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BBC3524-5318-194A-4A8C-52D787914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CB9DD-ADD4-4AB8-B1F7-351913F9A2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6055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E4DF64-A90E-C50E-2C80-BAFDEA22B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AA5CC39-4F23-157E-ADC9-D18246BD0A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395DEFF-668C-D308-A2CE-0438D12FC6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EA612EA-A2E7-8B51-7B62-536C208AFA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F06CACC-DC92-58AF-AAFE-C65D9B8DB0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55A83C3-B7CF-6C6D-64B2-C18E34B60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46735-D1EF-41FC-8509-6DA071685743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F7A8773-FE1F-B4A2-3302-982348281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494F6A5-EC7A-D2F2-7977-21E4B0303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CB9DD-ADD4-4AB8-B1F7-351913F9A2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2107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1E5C84-2B5C-17C6-29F2-54CF3D559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A79F2FD-7D97-DDF9-8ECB-8B4B4CA8D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46735-D1EF-41FC-8509-6DA071685743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1A23CA1-F924-ECAC-B805-1E2D16C95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A5EE758-C331-9A82-1B28-DE173FFE1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CB9DD-ADD4-4AB8-B1F7-351913F9A2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2324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AF3D007-A9F4-CECF-0EAB-1EF492036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46735-D1EF-41FC-8509-6DA071685743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D3228B1-67CD-E551-1B54-5E158D082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668E9B5-17F8-C1A8-1B04-F07EC94FA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CB9DD-ADD4-4AB8-B1F7-351913F9A2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9098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3C9839-52CF-7019-5DA6-82767E2E9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D74BDD-9BCF-D9A4-F059-56EC7BE0C5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E0E87CB-AA37-CCC8-E335-34690CDB32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58741B4-0250-31EB-3104-6A23129F5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46735-D1EF-41FC-8509-6DA071685743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549A0F4-95E5-3C58-B02A-40766F1BF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17951C0-6352-0C0A-9BD5-403A50829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CB9DD-ADD4-4AB8-B1F7-351913F9A2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2368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FE4888-DC41-4675-A22F-1C4FD3610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0020F24-21B9-F4A6-85EB-338C2810FE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2BA9B50-A90D-C72D-C1E0-4B0A496F73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81F2716-34AD-D940-6DD1-5EEB0AC99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46735-D1EF-41FC-8509-6DA071685743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83517F9-E136-46ED-783A-A9E7180C5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5B379E5-B6CF-67A5-FF18-8326C51BC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CB9DD-ADD4-4AB8-B1F7-351913F9A2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7568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4CAA7C-A6E0-157B-C917-80114BC1D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A553CEE-AACD-3F38-4D9F-8751A92D49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E3E295-42EA-5345-62A5-171C6AD26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46735-D1EF-41FC-8509-6DA071685743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142573-68DE-C631-26FE-9CDC999F0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AA511C9-F01B-8E5A-0846-BECC9930D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CB9DD-ADD4-4AB8-B1F7-351913F9A2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8101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DA1EF94-9596-9585-5995-BD5393815F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62C049D-328D-0BC4-7C3B-1AE22C4832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305A709-9D81-A340-22D9-0656C0EA9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46735-D1EF-41FC-8509-6DA071685743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108C530-F9B7-5BDA-AA8E-15338AE13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0D593CB-96E7-7344-5D0C-B38C9490C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CB9DD-ADD4-4AB8-B1F7-351913F9A2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5466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945184-06AA-F38C-0134-43D42868F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0334484-4BC8-A7DA-6A49-4ACD1AC92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7515365-BB6D-AF15-2B36-6C0690F5C1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246735-D1EF-41FC-8509-6DA071685743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5B50E60-0123-8C0B-412A-9C00A8534D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B791C15-49A0-4929-1868-6B23E219BE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FCB9DD-ADD4-4AB8-B1F7-351913F9A2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5368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2B2CBBF-8FB7-5CD6-9824-CDCB353F6CB0}"/>
              </a:ext>
            </a:extLst>
          </p:cNvPr>
          <p:cNvSpPr/>
          <p:nvPr/>
        </p:nvSpPr>
        <p:spPr>
          <a:xfrm>
            <a:off x="-539720" y="-935001"/>
            <a:ext cx="13962742" cy="8665029"/>
          </a:xfrm>
          <a:prstGeom prst="rect">
            <a:avLst/>
          </a:prstGeom>
          <a:solidFill>
            <a:srgbClr val="12002E"/>
          </a:solidFill>
        </p:spPr>
        <p:style>
          <a:lnRef idx="1">
            <a:schemeClr val="accent2"/>
          </a:lnRef>
          <a:fillRef idx="1002">
            <a:schemeClr val="dk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32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8D881B-0D44-A0F7-7618-0D0547B495A3}"/>
              </a:ext>
            </a:extLst>
          </p:cNvPr>
          <p:cNvSpPr txBox="1"/>
          <p:nvPr/>
        </p:nvSpPr>
        <p:spPr>
          <a:xfrm>
            <a:off x="0" y="2739371"/>
            <a:ext cx="5582619" cy="20009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5400" dirty="0">
                <a:solidFill>
                  <a:schemeClr val="bg1"/>
                </a:solidFill>
                <a:latin typeface="Arial Black" panose="020B0A04020102020204" pitchFamily="34" charset="0"/>
              </a:rPr>
              <a:t>Bully AI Agent</a:t>
            </a:r>
          </a:p>
          <a:p>
            <a:pPr>
              <a:lnSpc>
                <a:spcPct val="150000"/>
              </a:lnSpc>
            </a:pPr>
            <a:r>
              <a:rPr lang="ru-RU" sz="3200" dirty="0">
                <a:solidFill>
                  <a:schemeClr val="bg1"/>
                </a:solidFill>
                <a:latin typeface="Arial Black" panose="020B0A04020102020204" pitchFamily="34" charset="0"/>
              </a:rPr>
              <a:t>Коровки на травке</a:t>
            </a:r>
          </a:p>
        </p:txBody>
      </p:sp>
      <p:sp>
        <p:nvSpPr>
          <p:cNvPr id="8" name="Круг: прозрачная заливка 7">
            <a:extLst>
              <a:ext uri="{FF2B5EF4-FFF2-40B4-BE49-F238E27FC236}">
                <a16:creationId xmlns:a16="http://schemas.microsoft.com/office/drawing/2014/main" id="{3B76B323-3736-6020-BB50-38D5BA02F3C8}"/>
              </a:ext>
            </a:extLst>
          </p:cNvPr>
          <p:cNvSpPr/>
          <p:nvPr/>
        </p:nvSpPr>
        <p:spPr>
          <a:xfrm>
            <a:off x="10772019" y="-2418173"/>
            <a:ext cx="3987964" cy="3816883"/>
          </a:xfrm>
          <a:prstGeom prst="donut">
            <a:avLst>
              <a:gd name="adj" fmla="val 1450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Круг: прозрачная заливка 8">
            <a:extLst>
              <a:ext uri="{FF2B5EF4-FFF2-40B4-BE49-F238E27FC236}">
                <a16:creationId xmlns:a16="http://schemas.microsoft.com/office/drawing/2014/main" id="{06F47BB8-AB77-61DD-D239-6C7329BCA076}"/>
              </a:ext>
            </a:extLst>
          </p:cNvPr>
          <p:cNvSpPr/>
          <p:nvPr/>
        </p:nvSpPr>
        <p:spPr>
          <a:xfrm>
            <a:off x="7979123" y="-7002531"/>
            <a:ext cx="12573106" cy="11742834"/>
          </a:xfrm>
          <a:prstGeom prst="donut">
            <a:avLst>
              <a:gd name="adj" fmla="val 11245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1" name="Круг: прозрачная заливка 10">
            <a:extLst>
              <a:ext uri="{FF2B5EF4-FFF2-40B4-BE49-F238E27FC236}">
                <a16:creationId xmlns:a16="http://schemas.microsoft.com/office/drawing/2014/main" id="{E1C46959-18E9-1760-1E35-676113EEA070}"/>
              </a:ext>
            </a:extLst>
          </p:cNvPr>
          <p:cNvSpPr/>
          <p:nvPr/>
        </p:nvSpPr>
        <p:spPr>
          <a:xfrm>
            <a:off x="-2259663" y="6284050"/>
            <a:ext cx="3439886" cy="3425372"/>
          </a:xfrm>
          <a:prstGeom prst="donut">
            <a:avLst>
              <a:gd name="adj" fmla="val 11864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2" name="Круг: прозрачная заливка 11">
            <a:extLst>
              <a:ext uri="{FF2B5EF4-FFF2-40B4-BE49-F238E27FC236}">
                <a16:creationId xmlns:a16="http://schemas.microsoft.com/office/drawing/2014/main" id="{1D46E661-CCA8-9302-D241-92D7EFF69E4F}"/>
              </a:ext>
            </a:extLst>
          </p:cNvPr>
          <p:cNvSpPr/>
          <p:nvPr/>
        </p:nvSpPr>
        <p:spPr>
          <a:xfrm>
            <a:off x="-3940628" y="5092186"/>
            <a:ext cx="6662057" cy="6662057"/>
          </a:xfrm>
          <a:prstGeom prst="donut">
            <a:avLst>
              <a:gd name="adj" fmla="val 927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1809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C9B4FF8-6316-EA75-55A4-912A6B6EB2D1}"/>
              </a:ext>
            </a:extLst>
          </p:cNvPr>
          <p:cNvSpPr/>
          <p:nvPr/>
        </p:nvSpPr>
        <p:spPr>
          <a:xfrm>
            <a:off x="-845706" y="-798287"/>
            <a:ext cx="13962742" cy="8665029"/>
          </a:xfrm>
          <a:prstGeom prst="rect">
            <a:avLst/>
          </a:prstGeom>
          <a:solidFill>
            <a:srgbClr val="12002E"/>
          </a:solidFill>
        </p:spPr>
        <p:style>
          <a:lnRef idx="1">
            <a:schemeClr val="accent2"/>
          </a:lnRef>
          <a:fillRef idx="1002">
            <a:schemeClr val="dk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32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15A822-40A3-8ACE-F335-939A5D03541C}"/>
              </a:ext>
            </a:extLst>
          </p:cNvPr>
          <p:cNvSpPr txBox="1"/>
          <p:nvPr/>
        </p:nvSpPr>
        <p:spPr>
          <a:xfrm>
            <a:off x="291850" y="2396549"/>
            <a:ext cx="11687629" cy="2456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5400" dirty="0">
                <a:solidFill>
                  <a:schemeClr val="bg1"/>
                </a:solidFill>
                <a:latin typeface="Arial Black" panose="020B0A04020102020204" pitchFamily="34" charset="0"/>
              </a:rPr>
              <a:t>Не можете сосредоточиться? Часто отвлекайтесь?</a:t>
            </a:r>
          </a:p>
        </p:txBody>
      </p:sp>
      <p:sp>
        <p:nvSpPr>
          <p:cNvPr id="7" name="Круг: прозрачная заливка 6">
            <a:extLst>
              <a:ext uri="{FF2B5EF4-FFF2-40B4-BE49-F238E27FC236}">
                <a16:creationId xmlns:a16="http://schemas.microsoft.com/office/drawing/2014/main" id="{0F4DA3A2-DD1E-8E13-1989-6EB85692EDB8}"/>
              </a:ext>
            </a:extLst>
          </p:cNvPr>
          <p:cNvSpPr/>
          <p:nvPr/>
        </p:nvSpPr>
        <p:spPr>
          <a:xfrm>
            <a:off x="-2259663" y="6284050"/>
            <a:ext cx="3439886" cy="3425372"/>
          </a:xfrm>
          <a:prstGeom prst="donut">
            <a:avLst>
              <a:gd name="adj" fmla="val 11864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Круг: прозрачная заливка 7">
            <a:extLst>
              <a:ext uri="{FF2B5EF4-FFF2-40B4-BE49-F238E27FC236}">
                <a16:creationId xmlns:a16="http://schemas.microsoft.com/office/drawing/2014/main" id="{CB67E8D0-F0C2-BA8B-A01B-9479C17A5719}"/>
              </a:ext>
            </a:extLst>
          </p:cNvPr>
          <p:cNvSpPr/>
          <p:nvPr/>
        </p:nvSpPr>
        <p:spPr>
          <a:xfrm>
            <a:off x="-3940628" y="5092186"/>
            <a:ext cx="6662057" cy="6662057"/>
          </a:xfrm>
          <a:prstGeom prst="donut">
            <a:avLst>
              <a:gd name="adj" fmla="val 927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" name="Круг: прозрачная заливка 8">
            <a:extLst>
              <a:ext uri="{FF2B5EF4-FFF2-40B4-BE49-F238E27FC236}">
                <a16:creationId xmlns:a16="http://schemas.microsoft.com/office/drawing/2014/main" id="{7F3DA2CA-5240-CA55-BD6A-F78A3FD1B9E7}"/>
              </a:ext>
            </a:extLst>
          </p:cNvPr>
          <p:cNvSpPr/>
          <p:nvPr/>
        </p:nvSpPr>
        <p:spPr>
          <a:xfrm>
            <a:off x="9198323" y="-8313834"/>
            <a:ext cx="12573106" cy="11742834"/>
          </a:xfrm>
          <a:prstGeom prst="donut">
            <a:avLst>
              <a:gd name="adj" fmla="val 4684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0" name="Круг: прозрачная заливка 9">
            <a:extLst>
              <a:ext uri="{FF2B5EF4-FFF2-40B4-BE49-F238E27FC236}">
                <a16:creationId xmlns:a16="http://schemas.microsoft.com/office/drawing/2014/main" id="{CD6BE46E-5361-C179-8044-F34888847080}"/>
              </a:ext>
            </a:extLst>
          </p:cNvPr>
          <p:cNvSpPr/>
          <p:nvPr/>
        </p:nvSpPr>
        <p:spPr>
          <a:xfrm>
            <a:off x="11123054" y="-2640965"/>
            <a:ext cx="3987964" cy="3816883"/>
          </a:xfrm>
          <a:prstGeom prst="donut">
            <a:avLst>
              <a:gd name="adj" fmla="val 1069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817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B136F-C086-740D-1339-EDF8972E3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97F18A0-1F7E-A236-D2A8-017B8D0E7366}"/>
              </a:ext>
            </a:extLst>
          </p:cNvPr>
          <p:cNvSpPr/>
          <p:nvPr/>
        </p:nvSpPr>
        <p:spPr>
          <a:xfrm>
            <a:off x="-885371" y="-783773"/>
            <a:ext cx="13962742" cy="8665029"/>
          </a:xfrm>
          <a:prstGeom prst="rect">
            <a:avLst/>
          </a:prstGeom>
          <a:solidFill>
            <a:srgbClr val="12002E"/>
          </a:solidFill>
        </p:spPr>
        <p:style>
          <a:lnRef idx="1">
            <a:schemeClr val="accent2"/>
          </a:lnRef>
          <a:fillRef idx="1002">
            <a:schemeClr val="dk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32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649B21-40F8-7AF0-4D4F-71F3E3A1F379}"/>
              </a:ext>
            </a:extLst>
          </p:cNvPr>
          <p:cNvSpPr txBox="1"/>
          <p:nvPr/>
        </p:nvSpPr>
        <p:spPr>
          <a:xfrm>
            <a:off x="-477407" y="-390194"/>
            <a:ext cx="11687629" cy="4724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5400" dirty="0">
                <a:solidFill>
                  <a:schemeClr val="bg1"/>
                </a:solidFill>
                <a:latin typeface="Arial Black" panose="020B0A04020102020204" pitchFamily="34" charset="0"/>
              </a:rPr>
              <a:t>Мы нашли решение!</a:t>
            </a:r>
          </a:p>
          <a:p>
            <a:pPr>
              <a:lnSpc>
                <a:spcPct val="150000"/>
              </a:lnSpc>
            </a:pPr>
            <a:r>
              <a:rPr lang="en-US" sz="5400" dirty="0">
                <a:solidFill>
                  <a:schemeClr val="bg1"/>
                </a:solidFill>
                <a:latin typeface="Arial Black" panose="020B0A04020102020204" pitchFamily="34" charset="0"/>
              </a:rPr>
              <a:t>Bully AI Agent</a:t>
            </a:r>
            <a:r>
              <a:rPr lang="ru-RU" sz="5400" dirty="0">
                <a:solidFill>
                  <a:schemeClr val="bg1"/>
                </a:solidFill>
                <a:latin typeface="Arial Black" panose="020B0A04020102020204" pitchFamily="34" charset="0"/>
              </a:rPr>
              <a:t> – </a:t>
            </a:r>
            <a:r>
              <a:rPr lang="ru-RU" sz="3200" dirty="0">
                <a:solidFill>
                  <a:schemeClr val="bg1"/>
                </a:solidFill>
                <a:latin typeface="Arial Black" panose="020B0A04020102020204" pitchFamily="34" charset="0"/>
              </a:rPr>
              <a:t>наш </a:t>
            </a:r>
            <a: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AI</a:t>
            </a:r>
            <a:r>
              <a:rPr lang="ru-RU" sz="3200" dirty="0">
                <a:solidFill>
                  <a:schemeClr val="bg1"/>
                </a:solidFill>
                <a:latin typeface="Arial Black" panose="020B0A04020102020204" pitchFamily="34" charset="0"/>
              </a:rPr>
              <a:t> агент будет унижать вас каждый раз когда вы будете тупить, отвлекаться или делать свою работу не эффективно, то есть ВСЕГДА</a:t>
            </a:r>
            <a:endParaRPr lang="ru-RU" sz="5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" name="Круг: прозрачная заливка 1">
            <a:extLst>
              <a:ext uri="{FF2B5EF4-FFF2-40B4-BE49-F238E27FC236}">
                <a16:creationId xmlns:a16="http://schemas.microsoft.com/office/drawing/2014/main" id="{993F678A-73EF-FA96-4A56-E014AD09514F}"/>
              </a:ext>
            </a:extLst>
          </p:cNvPr>
          <p:cNvSpPr/>
          <p:nvPr/>
        </p:nvSpPr>
        <p:spPr>
          <a:xfrm>
            <a:off x="-3940628" y="5092186"/>
            <a:ext cx="6662057" cy="6662057"/>
          </a:xfrm>
          <a:prstGeom prst="donut">
            <a:avLst>
              <a:gd name="adj" fmla="val 927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Круг: прозрачная заливка 2">
            <a:extLst>
              <a:ext uri="{FF2B5EF4-FFF2-40B4-BE49-F238E27FC236}">
                <a16:creationId xmlns:a16="http://schemas.microsoft.com/office/drawing/2014/main" id="{F79180D9-98D2-872B-4F45-69384C984014}"/>
              </a:ext>
            </a:extLst>
          </p:cNvPr>
          <p:cNvSpPr/>
          <p:nvPr/>
        </p:nvSpPr>
        <p:spPr>
          <a:xfrm>
            <a:off x="-2259663" y="6284050"/>
            <a:ext cx="3439886" cy="3425372"/>
          </a:xfrm>
          <a:prstGeom prst="donut">
            <a:avLst>
              <a:gd name="adj" fmla="val 11864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5" name="Круг: прозрачная заливка 4">
            <a:extLst>
              <a:ext uri="{FF2B5EF4-FFF2-40B4-BE49-F238E27FC236}">
                <a16:creationId xmlns:a16="http://schemas.microsoft.com/office/drawing/2014/main" id="{CB90BA6A-3EAC-F764-76AF-A6A75B60967B}"/>
              </a:ext>
            </a:extLst>
          </p:cNvPr>
          <p:cNvSpPr/>
          <p:nvPr/>
        </p:nvSpPr>
        <p:spPr>
          <a:xfrm>
            <a:off x="9198323" y="-8313834"/>
            <a:ext cx="12573106" cy="11742834"/>
          </a:xfrm>
          <a:prstGeom prst="donut">
            <a:avLst>
              <a:gd name="adj" fmla="val 4684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7" name="Круг: прозрачная заливка 6">
            <a:extLst>
              <a:ext uri="{FF2B5EF4-FFF2-40B4-BE49-F238E27FC236}">
                <a16:creationId xmlns:a16="http://schemas.microsoft.com/office/drawing/2014/main" id="{EF422AB8-C9C2-BE8D-FBC8-AD7F843DEF01}"/>
              </a:ext>
            </a:extLst>
          </p:cNvPr>
          <p:cNvSpPr/>
          <p:nvPr/>
        </p:nvSpPr>
        <p:spPr>
          <a:xfrm>
            <a:off x="11123054" y="-2640965"/>
            <a:ext cx="3987964" cy="3816883"/>
          </a:xfrm>
          <a:prstGeom prst="donut">
            <a:avLst>
              <a:gd name="adj" fmla="val 1069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5532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8901F-6279-4B27-623D-FF10C4BD3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070951B-EE5A-2CA2-4F1C-6E9FA0501F19}"/>
              </a:ext>
            </a:extLst>
          </p:cNvPr>
          <p:cNvSpPr/>
          <p:nvPr/>
        </p:nvSpPr>
        <p:spPr>
          <a:xfrm>
            <a:off x="-845706" y="-798287"/>
            <a:ext cx="13962742" cy="8665029"/>
          </a:xfrm>
          <a:prstGeom prst="rect">
            <a:avLst/>
          </a:prstGeom>
          <a:solidFill>
            <a:srgbClr val="12002E"/>
          </a:solidFill>
        </p:spPr>
        <p:style>
          <a:lnRef idx="1">
            <a:schemeClr val="accent2"/>
          </a:lnRef>
          <a:fillRef idx="1002">
            <a:schemeClr val="dk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32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Круг: прозрачная заливка 6">
            <a:extLst>
              <a:ext uri="{FF2B5EF4-FFF2-40B4-BE49-F238E27FC236}">
                <a16:creationId xmlns:a16="http://schemas.microsoft.com/office/drawing/2014/main" id="{0B36BC24-CB2C-C7EF-9F87-EE17CA6AB9FF}"/>
              </a:ext>
            </a:extLst>
          </p:cNvPr>
          <p:cNvSpPr/>
          <p:nvPr/>
        </p:nvSpPr>
        <p:spPr>
          <a:xfrm>
            <a:off x="-2259663" y="6284050"/>
            <a:ext cx="3439886" cy="3425372"/>
          </a:xfrm>
          <a:prstGeom prst="donut">
            <a:avLst>
              <a:gd name="adj" fmla="val 11864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Круг: прозрачная заливка 7">
            <a:extLst>
              <a:ext uri="{FF2B5EF4-FFF2-40B4-BE49-F238E27FC236}">
                <a16:creationId xmlns:a16="http://schemas.microsoft.com/office/drawing/2014/main" id="{2066703B-32EC-CC20-CECB-E0F19314C22E}"/>
              </a:ext>
            </a:extLst>
          </p:cNvPr>
          <p:cNvSpPr/>
          <p:nvPr/>
        </p:nvSpPr>
        <p:spPr>
          <a:xfrm>
            <a:off x="-3940628" y="5092186"/>
            <a:ext cx="6662057" cy="6662057"/>
          </a:xfrm>
          <a:prstGeom prst="donut">
            <a:avLst>
              <a:gd name="adj" fmla="val 927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" name="Круг: прозрачная заливка 8">
            <a:extLst>
              <a:ext uri="{FF2B5EF4-FFF2-40B4-BE49-F238E27FC236}">
                <a16:creationId xmlns:a16="http://schemas.microsoft.com/office/drawing/2014/main" id="{70B65EA5-F07C-D315-3822-7E107D41B6D6}"/>
              </a:ext>
            </a:extLst>
          </p:cNvPr>
          <p:cNvSpPr/>
          <p:nvPr/>
        </p:nvSpPr>
        <p:spPr>
          <a:xfrm>
            <a:off x="9198323" y="-8313834"/>
            <a:ext cx="12573106" cy="11742834"/>
          </a:xfrm>
          <a:prstGeom prst="donut">
            <a:avLst>
              <a:gd name="adj" fmla="val 4684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0" name="Круг: прозрачная заливка 9">
            <a:extLst>
              <a:ext uri="{FF2B5EF4-FFF2-40B4-BE49-F238E27FC236}">
                <a16:creationId xmlns:a16="http://schemas.microsoft.com/office/drawing/2014/main" id="{EF030E23-7DB6-6918-E41B-85D0A3BC4EE3}"/>
              </a:ext>
            </a:extLst>
          </p:cNvPr>
          <p:cNvSpPr/>
          <p:nvPr/>
        </p:nvSpPr>
        <p:spPr>
          <a:xfrm>
            <a:off x="11123054" y="-2640965"/>
            <a:ext cx="3987964" cy="3816883"/>
          </a:xfrm>
          <a:prstGeom prst="donut">
            <a:avLst>
              <a:gd name="adj" fmla="val 1069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11" name="Рисунок 10" descr="Изображение выглядит как одежда, снимок экрана, Мультимедийное программное обеспечение, обувь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39D3B2E-C33A-C2FE-4FC8-30E63B487A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121" y="-9213"/>
            <a:ext cx="109750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878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F5B30-D939-3282-4986-F07562EEA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7B198C3-9C51-6D59-28C6-40DFF502A06C}"/>
              </a:ext>
            </a:extLst>
          </p:cNvPr>
          <p:cNvSpPr/>
          <p:nvPr/>
        </p:nvSpPr>
        <p:spPr>
          <a:xfrm>
            <a:off x="-845706" y="-798287"/>
            <a:ext cx="13962742" cy="8665029"/>
          </a:xfrm>
          <a:prstGeom prst="rect">
            <a:avLst/>
          </a:prstGeom>
          <a:solidFill>
            <a:srgbClr val="12002E"/>
          </a:solidFill>
        </p:spPr>
        <p:style>
          <a:lnRef idx="1">
            <a:schemeClr val="accent2"/>
          </a:lnRef>
          <a:fillRef idx="1002">
            <a:schemeClr val="dk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32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Круг: прозрачная заливка 6">
            <a:extLst>
              <a:ext uri="{FF2B5EF4-FFF2-40B4-BE49-F238E27FC236}">
                <a16:creationId xmlns:a16="http://schemas.microsoft.com/office/drawing/2014/main" id="{5A0955FA-2C21-3F6E-C822-47CA4AE51F42}"/>
              </a:ext>
            </a:extLst>
          </p:cNvPr>
          <p:cNvSpPr/>
          <p:nvPr/>
        </p:nvSpPr>
        <p:spPr>
          <a:xfrm>
            <a:off x="-2259663" y="6284050"/>
            <a:ext cx="3439886" cy="3425372"/>
          </a:xfrm>
          <a:prstGeom prst="donut">
            <a:avLst>
              <a:gd name="adj" fmla="val 11864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Круг: прозрачная заливка 7">
            <a:extLst>
              <a:ext uri="{FF2B5EF4-FFF2-40B4-BE49-F238E27FC236}">
                <a16:creationId xmlns:a16="http://schemas.microsoft.com/office/drawing/2014/main" id="{5F2C3DB3-724D-F808-C69E-604C277BC366}"/>
              </a:ext>
            </a:extLst>
          </p:cNvPr>
          <p:cNvSpPr/>
          <p:nvPr/>
        </p:nvSpPr>
        <p:spPr>
          <a:xfrm>
            <a:off x="-3940628" y="5092186"/>
            <a:ext cx="6662057" cy="6662057"/>
          </a:xfrm>
          <a:prstGeom prst="donut">
            <a:avLst>
              <a:gd name="adj" fmla="val 927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" name="Круг: прозрачная заливка 8">
            <a:extLst>
              <a:ext uri="{FF2B5EF4-FFF2-40B4-BE49-F238E27FC236}">
                <a16:creationId xmlns:a16="http://schemas.microsoft.com/office/drawing/2014/main" id="{A2A36255-CB41-6E73-042A-592ECDA600B5}"/>
              </a:ext>
            </a:extLst>
          </p:cNvPr>
          <p:cNvSpPr/>
          <p:nvPr/>
        </p:nvSpPr>
        <p:spPr>
          <a:xfrm>
            <a:off x="9198323" y="-8313834"/>
            <a:ext cx="12573106" cy="11742834"/>
          </a:xfrm>
          <a:prstGeom prst="donut">
            <a:avLst>
              <a:gd name="adj" fmla="val 4684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0" name="Круг: прозрачная заливка 9">
            <a:extLst>
              <a:ext uri="{FF2B5EF4-FFF2-40B4-BE49-F238E27FC236}">
                <a16:creationId xmlns:a16="http://schemas.microsoft.com/office/drawing/2014/main" id="{0FCE419A-6226-040C-8D62-C3047B89D4FD}"/>
              </a:ext>
            </a:extLst>
          </p:cNvPr>
          <p:cNvSpPr/>
          <p:nvPr/>
        </p:nvSpPr>
        <p:spPr>
          <a:xfrm>
            <a:off x="11123054" y="-2640965"/>
            <a:ext cx="3987964" cy="3816883"/>
          </a:xfrm>
          <a:prstGeom prst="donut">
            <a:avLst>
              <a:gd name="adj" fmla="val 1069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3" name="Рисунок 2" descr="Изображение выглядит как текст, Наземный транспорт, транспортное средство, маши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09E3084-1F0C-67AC-D325-5A322CC5E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35" y="-18738"/>
            <a:ext cx="11125779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40085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4FF75-20A2-2AE1-7094-677387143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9F3E21D-9A71-BD10-3E2F-83E1116F7D1E}"/>
              </a:ext>
            </a:extLst>
          </p:cNvPr>
          <p:cNvSpPr/>
          <p:nvPr/>
        </p:nvSpPr>
        <p:spPr>
          <a:xfrm>
            <a:off x="-520944" y="-531589"/>
            <a:ext cx="13962742" cy="8665029"/>
          </a:xfrm>
          <a:prstGeom prst="rect">
            <a:avLst/>
          </a:prstGeom>
          <a:solidFill>
            <a:srgbClr val="12002E"/>
          </a:solidFill>
        </p:spPr>
        <p:style>
          <a:lnRef idx="1">
            <a:schemeClr val="accent2"/>
          </a:lnRef>
          <a:fillRef idx="1002">
            <a:schemeClr val="dk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32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Круг: прозрачная заливка 6">
            <a:extLst>
              <a:ext uri="{FF2B5EF4-FFF2-40B4-BE49-F238E27FC236}">
                <a16:creationId xmlns:a16="http://schemas.microsoft.com/office/drawing/2014/main" id="{EA5914EC-47F5-344C-C5C6-F26B73732E9B}"/>
              </a:ext>
            </a:extLst>
          </p:cNvPr>
          <p:cNvSpPr/>
          <p:nvPr/>
        </p:nvSpPr>
        <p:spPr>
          <a:xfrm>
            <a:off x="-2259663" y="6284050"/>
            <a:ext cx="3439886" cy="3425372"/>
          </a:xfrm>
          <a:prstGeom prst="donut">
            <a:avLst>
              <a:gd name="adj" fmla="val 11864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Круг: прозрачная заливка 7">
            <a:extLst>
              <a:ext uri="{FF2B5EF4-FFF2-40B4-BE49-F238E27FC236}">
                <a16:creationId xmlns:a16="http://schemas.microsoft.com/office/drawing/2014/main" id="{F34A5EE2-9F6E-ED45-DC27-87AF7D43300A}"/>
              </a:ext>
            </a:extLst>
          </p:cNvPr>
          <p:cNvSpPr/>
          <p:nvPr/>
        </p:nvSpPr>
        <p:spPr>
          <a:xfrm>
            <a:off x="-3940628" y="5092186"/>
            <a:ext cx="6662057" cy="6662057"/>
          </a:xfrm>
          <a:prstGeom prst="donut">
            <a:avLst>
              <a:gd name="adj" fmla="val 927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" name="Круг: прозрачная заливка 8">
            <a:extLst>
              <a:ext uri="{FF2B5EF4-FFF2-40B4-BE49-F238E27FC236}">
                <a16:creationId xmlns:a16="http://schemas.microsoft.com/office/drawing/2014/main" id="{D16DFC1F-8DA9-CC08-E3F0-DE4ED6BB9C6A}"/>
              </a:ext>
            </a:extLst>
          </p:cNvPr>
          <p:cNvSpPr/>
          <p:nvPr/>
        </p:nvSpPr>
        <p:spPr>
          <a:xfrm>
            <a:off x="9198323" y="-8313834"/>
            <a:ext cx="12573106" cy="11742834"/>
          </a:xfrm>
          <a:prstGeom prst="donut">
            <a:avLst>
              <a:gd name="adj" fmla="val 4684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0" name="Круг: прозрачная заливка 9">
            <a:extLst>
              <a:ext uri="{FF2B5EF4-FFF2-40B4-BE49-F238E27FC236}">
                <a16:creationId xmlns:a16="http://schemas.microsoft.com/office/drawing/2014/main" id="{0B469768-F4F6-B94B-64E8-46962E005CB2}"/>
              </a:ext>
            </a:extLst>
          </p:cNvPr>
          <p:cNvSpPr/>
          <p:nvPr/>
        </p:nvSpPr>
        <p:spPr>
          <a:xfrm>
            <a:off x="11123054" y="-2640965"/>
            <a:ext cx="3987964" cy="3816883"/>
          </a:xfrm>
          <a:prstGeom prst="donut">
            <a:avLst>
              <a:gd name="adj" fmla="val 1069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E6A02C2-D085-AE4F-6D4F-D46F8AB68161}"/>
              </a:ext>
            </a:extLst>
          </p:cNvPr>
          <p:cNvSpPr/>
          <p:nvPr/>
        </p:nvSpPr>
        <p:spPr>
          <a:xfrm>
            <a:off x="130323" y="861670"/>
            <a:ext cx="3787796" cy="618172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Стек:</a:t>
            </a:r>
          </a:p>
          <a:p>
            <a:pPr algn="ctr"/>
            <a:r>
              <a:rPr lang="en-US" dirty="0"/>
              <a:t>Python</a:t>
            </a:r>
          </a:p>
          <a:p>
            <a:pPr algn="ctr"/>
            <a:r>
              <a:rPr lang="en-US" dirty="0"/>
              <a:t>Go</a:t>
            </a:r>
          </a:p>
          <a:p>
            <a:pPr algn="ctr"/>
            <a:r>
              <a:rPr lang="en-US" dirty="0"/>
              <a:t>Docker</a:t>
            </a:r>
          </a:p>
          <a:p>
            <a:pPr algn="ctr"/>
            <a:r>
              <a:rPr lang="en-US" dirty="0"/>
              <a:t>RabbitMQ</a:t>
            </a:r>
          </a:p>
          <a:p>
            <a:pPr algn="ctr"/>
            <a:r>
              <a:rPr lang="en-US" dirty="0"/>
              <a:t>Bash</a:t>
            </a:r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9F3E21D-9A71-BD10-3E2F-83E1116F7D1E}"/>
              </a:ext>
            </a:extLst>
          </p:cNvPr>
          <p:cNvSpPr/>
          <p:nvPr/>
        </p:nvSpPr>
        <p:spPr>
          <a:xfrm>
            <a:off x="370311" y="1314560"/>
            <a:ext cx="3307820" cy="4972733"/>
          </a:xfrm>
          <a:prstGeom prst="rect">
            <a:avLst/>
          </a:prstGeom>
          <a:noFill/>
        </p:spPr>
        <p:style>
          <a:lnRef idx="1">
            <a:schemeClr val="accent2"/>
          </a:lnRef>
          <a:fillRef idx="1002">
            <a:schemeClr val="dk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ru-RU" sz="4000" dirty="0">
                <a:solidFill>
                  <a:schemeClr val="tx2"/>
                </a:solidFill>
                <a:latin typeface="Arial Black" panose="020B0A04020102020204" pitchFamily="34" charset="0"/>
              </a:rPr>
              <a:t>Стек: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  <a:latin typeface="Arial Black" panose="020B0A04020102020204" pitchFamily="34" charset="0"/>
              </a:rPr>
              <a:t>Python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  <a:latin typeface="Arial Black" panose="020B0A04020102020204" pitchFamily="34" charset="0"/>
              </a:rPr>
              <a:t>Go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  <a:latin typeface="Arial Black" panose="020B0A04020102020204" pitchFamily="34" charset="0"/>
              </a:rPr>
              <a:t>Docker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  <a:latin typeface="Arial Black" panose="020B0A04020102020204" pitchFamily="34" charset="0"/>
              </a:rPr>
              <a:t>RabbitMQ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  <a:latin typeface="Arial Black" panose="020B0A04020102020204" pitchFamily="34" charset="0"/>
              </a:rPr>
              <a:t>Bash</a:t>
            </a:r>
            <a:endParaRPr lang="ru-RU" sz="3200" dirty="0">
              <a:solidFill>
                <a:schemeClr val="tx2"/>
              </a:solidFill>
              <a:latin typeface="Arial Black" panose="020B0A04020102020204" pitchFamily="34" charset="0"/>
            </a:endParaRP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C25A4F98-8D53-6AFF-E854-19DCF213E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5071" y="1609382"/>
            <a:ext cx="4686300" cy="234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icture background">
            <a:extLst>
              <a:ext uri="{FF2B5EF4-FFF2-40B4-BE49-F238E27FC236}">
                <a16:creationId xmlns:a16="http://schemas.microsoft.com/office/drawing/2014/main" id="{A4BA9085-554E-7BAF-B323-BB1A12965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7130" y="5039693"/>
            <a:ext cx="3315816" cy="123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Picture background">
            <a:extLst>
              <a:ext uri="{FF2B5EF4-FFF2-40B4-BE49-F238E27FC236}">
                <a16:creationId xmlns:a16="http://schemas.microsoft.com/office/drawing/2014/main" id="{065C6A29-9022-3741-87DA-BDE4EA568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1471" y="2342554"/>
            <a:ext cx="3476625" cy="790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Picture background">
            <a:extLst>
              <a:ext uri="{FF2B5EF4-FFF2-40B4-BE49-F238E27FC236}">
                <a16:creationId xmlns:a16="http://schemas.microsoft.com/office/drawing/2014/main" id="{DA3193E9-89C7-B95F-DCC1-F2C3F05C9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9954" y="3800925"/>
            <a:ext cx="4636324" cy="979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Picture background">
            <a:extLst>
              <a:ext uri="{FF2B5EF4-FFF2-40B4-BE49-F238E27FC236}">
                <a16:creationId xmlns:a16="http://schemas.microsoft.com/office/drawing/2014/main" id="{CE7CC73A-3D66-D4A0-00F7-ED5752EF68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4698" y="4834820"/>
            <a:ext cx="3410170" cy="2054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6465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0C4EB-F49F-F223-A265-BD3B0731F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2F5F3A6-2EDA-BA9F-2F62-81D6145F7F49}"/>
              </a:ext>
            </a:extLst>
          </p:cNvPr>
          <p:cNvSpPr/>
          <p:nvPr/>
        </p:nvSpPr>
        <p:spPr>
          <a:xfrm>
            <a:off x="-640166" y="-903515"/>
            <a:ext cx="13962742" cy="8665029"/>
          </a:xfrm>
          <a:prstGeom prst="rect">
            <a:avLst/>
          </a:prstGeom>
          <a:solidFill>
            <a:srgbClr val="12002E"/>
          </a:solidFill>
        </p:spPr>
        <p:style>
          <a:lnRef idx="1">
            <a:schemeClr val="accent2"/>
          </a:lnRef>
          <a:fillRef idx="1002">
            <a:schemeClr val="dk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32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8EC188-19B1-24CA-C632-36E5B22722E4}"/>
              </a:ext>
            </a:extLst>
          </p:cNvPr>
          <p:cNvSpPr txBox="1"/>
          <p:nvPr/>
        </p:nvSpPr>
        <p:spPr>
          <a:xfrm>
            <a:off x="-365375" y="124785"/>
            <a:ext cx="11687629" cy="1209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5400" dirty="0">
                <a:solidFill>
                  <a:schemeClr val="bg1"/>
                </a:solidFill>
                <a:latin typeface="Arial Black" panose="020B0A04020102020204" pitchFamily="34" charset="0"/>
              </a:rPr>
              <a:t>Кроссплатформенность</a:t>
            </a:r>
          </a:p>
        </p:txBody>
      </p:sp>
      <p:sp>
        <p:nvSpPr>
          <p:cNvPr id="7" name="Круг: прозрачная заливка 6">
            <a:extLst>
              <a:ext uri="{FF2B5EF4-FFF2-40B4-BE49-F238E27FC236}">
                <a16:creationId xmlns:a16="http://schemas.microsoft.com/office/drawing/2014/main" id="{9908D29F-66C0-CCAC-98EF-5ABAE0CB0E4A}"/>
              </a:ext>
            </a:extLst>
          </p:cNvPr>
          <p:cNvSpPr/>
          <p:nvPr/>
        </p:nvSpPr>
        <p:spPr>
          <a:xfrm>
            <a:off x="-2259663" y="6284050"/>
            <a:ext cx="3439886" cy="3425372"/>
          </a:xfrm>
          <a:prstGeom prst="donut">
            <a:avLst>
              <a:gd name="adj" fmla="val 11864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Круг: прозрачная заливка 7">
            <a:extLst>
              <a:ext uri="{FF2B5EF4-FFF2-40B4-BE49-F238E27FC236}">
                <a16:creationId xmlns:a16="http://schemas.microsoft.com/office/drawing/2014/main" id="{567D9120-417E-275D-CFDA-83D75B6EF6F6}"/>
              </a:ext>
            </a:extLst>
          </p:cNvPr>
          <p:cNvSpPr/>
          <p:nvPr/>
        </p:nvSpPr>
        <p:spPr>
          <a:xfrm>
            <a:off x="-3940628" y="5092186"/>
            <a:ext cx="6662057" cy="6662057"/>
          </a:xfrm>
          <a:prstGeom prst="donut">
            <a:avLst>
              <a:gd name="adj" fmla="val 927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" name="Круг: прозрачная заливка 8">
            <a:extLst>
              <a:ext uri="{FF2B5EF4-FFF2-40B4-BE49-F238E27FC236}">
                <a16:creationId xmlns:a16="http://schemas.microsoft.com/office/drawing/2014/main" id="{7F8418B0-03CF-9BE5-FDEC-345194074321}"/>
              </a:ext>
            </a:extLst>
          </p:cNvPr>
          <p:cNvSpPr/>
          <p:nvPr/>
        </p:nvSpPr>
        <p:spPr>
          <a:xfrm>
            <a:off x="9198323" y="-8313834"/>
            <a:ext cx="12573106" cy="11742834"/>
          </a:xfrm>
          <a:prstGeom prst="donut">
            <a:avLst>
              <a:gd name="adj" fmla="val 4684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0" name="Круг: прозрачная заливка 9">
            <a:extLst>
              <a:ext uri="{FF2B5EF4-FFF2-40B4-BE49-F238E27FC236}">
                <a16:creationId xmlns:a16="http://schemas.microsoft.com/office/drawing/2014/main" id="{B2875068-D3AB-3272-5277-F2AE5A2F0428}"/>
              </a:ext>
            </a:extLst>
          </p:cNvPr>
          <p:cNvSpPr/>
          <p:nvPr/>
        </p:nvSpPr>
        <p:spPr>
          <a:xfrm>
            <a:off x="11123054" y="-2640965"/>
            <a:ext cx="3987964" cy="3816883"/>
          </a:xfrm>
          <a:prstGeom prst="donut">
            <a:avLst>
              <a:gd name="adj" fmla="val 1069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2052" name="Picture 4" descr="Picture background">
            <a:extLst>
              <a:ext uri="{FF2B5EF4-FFF2-40B4-BE49-F238E27FC236}">
                <a16:creationId xmlns:a16="http://schemas.microsoft.com/office/drawing/2014/main" id="{74421B17-1896-A084-7376-7C19913CF7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09600" y="1714502"/>
            <a:ext cx="1924050" cy="192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Picture background">
            <a:extLst>
              <a:ext uri="{FF2B5EF4-FFF2-40B4-BE49-F238E27FC236}">
                <a16:creationId xmlns:a16="http://schemas.microsoft.com/office/drawing/2014/main" id="{431E9220-DFB4-8CB6-DE9A-84E9A47BDF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0556" y="1864883"/>
            <a:ext cx="3159500" cy="1564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979FE18-66CF-91AB-80C2-3BBF3B5C8595}"/>
              </a:ext>
            </a:extLst>
          </p:cNvPr>
          <p:cNvSpPr txBox="1"/>
          <p:nvPr/>
        </p:nvSpPr>
        <p:spPr>
          <a:xfrm flipH="1">
            <a:off x="5045782" y="2231442"/>
            <a:ext cx="21966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Arial Black" panose="020B0A04020102020204" pitchFamily="34" charset="0"/>
              </a:rPr>
              <a:t>IOS</a:t>
            </a:r>
            <a:endParaRPr lang="ru-RU" sz="48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2C21AA-F923-5325-76C6-327BA247894E}"/>
              </a:ext>
            </a:extLst>
          </p:cNvPr>
          <p:cNvSpPr txBox="1"/>
          <p:nvPr/>
        </p:nvSpPr>
        <p:spPr>
          <a:xfrm>
            <a:off x="3693681" y="5638516"/>
            <a:ext cx="94984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Вы сможете оставаться эффективными вне зависимости от того, какой платформой пользуйтесь</a:t>
            </a:r>
          </a:p>
        </p:txBody>
      </p:sp>
    </p:spTree>
    <p:extLst>
      <p:ext uri="{BB962C8B-B14F-4D97-AF65-F5344CB8AC3E}">
        <p14:creationId xmlns:p14="http://schemas.microsoft.com/office/powerpoint/2010/main" val="322710583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74</Words>
  <Application>Microsoft Office PowerPoint</Application>
  <PresentationFormat>Широкоэкранный</PresentationFormat>
  <Paragraphs>21</Paragraphs>
  <Slides>7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Arial Black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Наталья Винтер</dc:creator>
  <cp:lastModifiedBy>Наталья Винтер</cp:lastModifiedBy>
  <cp:revision>3</cp:revision>
  <dcterms:created xsi:type="dcterms:W3CDTF">2026-03-15T10:20:29Z</dcterms:created>
  <dcterms:modified xsi:type="dcterms:W3CDTF">2026-03-15T13:19:11Z</dcterms:modified>
</cp:coreProperties>
</file>